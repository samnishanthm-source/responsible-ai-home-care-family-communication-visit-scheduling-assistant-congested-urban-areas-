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Home-Care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Communication &amp; Visit Scheduling Assistant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congested-urban home-care visit data into consent-aware, role-appropriate,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family communication — with explanation, harm detection, and escalation.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Growth Project · Batch C28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information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Delays, exceptions, and visit changes go uncommunicated — families are left guessing.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600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raw detail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records and unauthorised details leak out, confusing or unsafely exposing families.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600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uncertainty signal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Traffic-based ETAs are stated as fact even when confidence is low, misleading families.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demonstrate better family understanding with less unnecessary disclosure — while being transparent about uncertainty and escalating unsafe situations to humans.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Deterministic &amp; Auditable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11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2331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5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0116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94560" y="2011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331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5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0" y="20116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0" y="2011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331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5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0" y="20116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0" y="2011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331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5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0" y="20116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0" y="2011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331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5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78240" y="20116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78240" y="2011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287000" y="2331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5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424160" y="20116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424160" y="2011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657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layers (consent, role, uncertainty, harm, escalation) are deterministic, auditable rule logic — not opaque ML. An optional LLM may only polish an already-filtered message.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FastAPI service (/communicate, /ask) + live traffic-disruption cascade module added on top of this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Results — Baseline vs Prototype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synthetic scenarios (exceeds 300 minimum) · results are measured, not fabricated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00800" cy="292608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Understanding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Unauthorised Disclosure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Communication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554480"/>
            <a:ext cx="4389120" cy="29260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06640" y="1737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5146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disclosure and false information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final prototype — down from 15.6% / 7.2%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baseline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metrics land just under target — documented honestly with root causes in failure_analysis.md rather than adjusted to look perfect.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Uncertainty, Harm &amp; Human Escalation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Banding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classified High / Moderate / Low / Unknown. Low confidence never produces a precise ETA stated as fact.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Harm Scoring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probability x impact across 5 harm types (incorrect ETA, unauthorised disclosure, etc.), classified Low-Critical.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&amp; Escalation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data, missing ETA, or High/Critical risk routes to a coordinator — families get an honest 'contact us' message, never a guess.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required failure cases implemented &amp; tested: missing ETA, conflicting data, low confidence, no consent, unauthorised access — plus full Q&amp;A, role, and disclosure test coverage.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Additions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61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stakeholder validation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828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guide + role-specific persona transcripts (Primary, Secondary, Coordinator), beyond the Phase-1 rubric.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877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514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concurrency benchmark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80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0.007ms / p95 0.009ms / p99 0.023ms; up to ~57,600 req/s at 8 concurrent workers.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393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566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traffic-disruption cascade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931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simulated disruptions -&gt; 53 recipients recomputed; 62.3% correctly re-notified, 37.7% suppressed (avoids alert fatigue).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908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layer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983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/communicate and /ask endpoints wrap the pipeline as an independently-testable service.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 automated tests passing (19 Phase 1 + 2 new live-update tests)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Complete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generator · baseline · deterministic Responsible AI pipeline · 21 tests · Streamlit app (5 screens) · FastAPI service · live-update cascade · 320-scenario evaluation · semi-structured stakeholder validation · latency benchmark · full documentation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600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(Phase 3)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SQLite/SQLAlchemy persistence · Caregiver-role UI · real 5-8 person stakeholder panel · full load test against deployed API · deployment hardening (auth, audit logs, encryption)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samnishanthm-source/Responsible-AI-Home-Care-Family-Communication-Visit-Scheduling-Assistant-Congested-Urban-Areas-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2026-10-05T07:41:46Z</dcterms:created>
  <dcterms:modified xsi:type="dcterms:W3CDTF">2026-10-05T07:41:46Z</dcterms:modified>
</cp:coreProperties>
</file>